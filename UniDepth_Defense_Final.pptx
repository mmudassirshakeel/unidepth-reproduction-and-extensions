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ROBOTICS SYSTEMS  •  GROUP B  •  PERCEPTION &amp; SEMANTIC MAPPING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UniDepth for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Robot Perception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Robustness and Open-Vocabulary Object-Level Fusion Study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Mudassir Shakeel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Mechatronics Engineering, UET Lahore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2025(s)-MS-MC-02   |   Instructor: Dr. Maria Akram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Robot Needs Metric Depth from One Camera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&amp; stereo rigs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130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add weight, power draw, and cost — too much for a small teaching robot or delivery platform.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529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RGB camera is cheap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recovering true metric distance from one image is fundamentally ambiguous — a nearby toy car and a distant real car can look identical.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96849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depth models were brittle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6168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one camera and one scene type (e.g. driving), they broke the moment the camera or scene changed.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08406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UniDepth's idea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47725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camera's own geometry directly from the image, then use that self-estimate to condition metric depth — works on any camera, uncalibrated.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UniDepth in One Slide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in → metric depth map + camera intrinsics out. No calibration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27306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231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Encoder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Transformer (ViT-S / B / L) turns the RGB image into feature vectors.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50208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21945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273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231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Module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310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image's own camera rays — no calibration file needed.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62088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863840" y="21945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2730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24231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92440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Module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2440" y="3310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those camera rays to condition a metric depth prediction, pixel by pixel.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7306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891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output in a pseudo-spherical form (angle + radius) instead of (x, y, z), so camera errors and depth errors don't get tangled together during training.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used in this study:  UniDepthV2-ViT-L (main reproduction &amp; Extension II)  ·  UniDepthV2-ViT-S (Extension I sweep)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Reproduction Was Carried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7306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585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UniDepth repository cloned on Google Colab, installed in editable mode.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7306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5236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22585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UniDepthV2 checkpoints loaded via Hugging Face Hub — ViT-S / ViT-B / ViT-L.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7306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478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950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→ uint8 tensor → model.infer() → metric depth map + 3×3 intrinsics.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730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5478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5236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shortcuts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3950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camera calibration supplied at any point — true zero-shot, uncalibrated test.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8523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 photograph and one living-room photograph — stock images never seen by UniDepth during training or evaluation. The checkpoint used for every quantitative claim is stated explicitly wherever it matters.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RESULT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Check: Does It Work on New Photos?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273069"/>
          </a:solidFill>
          <a:ln/>
        </p:spPr>
      </p:sp>
      <p:pic>
        <p:nvPicPr>
          <p:cNvPr id="5" name="Image 0" descr="imgs/class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577840" cy="2359152"/>
          </a:xfrm>
          <a:prstGeom prst="rect">
            <a:avLst/>
          </a:prstGeom>
        </p:spPr>
      </p:pic>
      <p:pic>
        <p:nvPicPr>
          <p:cNvPr id="6" name="Image 1" descr="imgs/living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24528"/>
            <a:ext cx="5577840" cy="2359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03720" y="190195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4"/>
          <p:cNvSpPr/>
          <p:nvPr/>
        </p:nvSpPr>
        <p:spPr>
          <a:xfrm>
            <a:off x="7178040" y="175564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increases smoothly from foreground desks/furniture to the back wall in both scenes.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903720" y="277063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7178040" y="26243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edges in the depth map line up with object edges in the RGB photo.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903720" y="363931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7178040" y="349300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ranges are physically believable: 1.5–6.8 m (classroom), 1.3–3.9 m (living room).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03720" y="450799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7178040" y="436168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calibration was given — the model figured out the geometry on its own.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03720" y="534924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86600" y="54406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qualitative behaviour matches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claims exactly.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RESULT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Check: Matching the Published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photos have no ground-truth depth, so we cannot compute our own RMSE honestly. Instead we confirm we are running the exact checkpoint the paper benchmarked — same weights, same numbers.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2730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60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δ1 accuracy on NYU-v2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81304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92.6% for Metric3D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273069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560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0.201 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32918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on NYU-v2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381304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–40.4% vs. Metric3D (0.337 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2730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560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32918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δ1 accuracy on KITTI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81304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97.5% for Metric3D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233172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273069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560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1.75 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81160" y="32918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on KITTI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81160" y="381304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–22.6% vs. Metric3D (2.26 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73168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beats Metric3D on both benchmarks, on every reported metric.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checkpoint, no fine-tuning → our reproduction inherits this exact accuracy. The relative-RMSE improvement figures above are computed directly from the paper's own published numbers, not re-estimated.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Under Degraded Imaging Conditions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robot's camera will see low light, sensor noise, and motion blur in the field. We test all three, comparing each degraded prediction back to the clean-image prediction (no ground truth needed).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7306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328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∈ {0.7, 0.5, 0.3}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→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73069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5328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noise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∈ {0.02, 0.05, 0.10}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73069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5328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blur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{5, 9, 15} px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3520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blur kernel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degraded variants × 5 metrics each: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mean relative deviation (Rel%), SSIM, and Agree@5% (% of pixels within 5% of the clean prediction) — a self-referenced analogue of the paper's own δ1.25 metric.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Sharp, Non-Gradual Scale Collapse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188720"/>
                <a:gridCol w="1188720"/>
                <a:gridCol w="914400"/>
                <a:gridCol w="914400"/>
                <a:gridCol w="118872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Agree@5%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Near-lossless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collapse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collapse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0.02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(worst)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0.05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angular (structure) and radial (scale) outputs are trained independently — scale can drift or collapse sharply while the depth map still looks correct. Blur, by contrast, degrades smoothly and predictably.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Open-Vocabulary Object-Level Depth Fusion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robot's planner reasons about named objects, not raw pixels. Goal: turn the dense depth map into a short list of (object, distance) pairs — where correctly naming the object matters as much as measuring its distance.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7306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87168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E85D4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8716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R-CNN (COCO)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80-class vocabulary. No “chalkboard” class exists — it could never be named.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73069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487168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8A6D2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48716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OWL-ViT (open prompts)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prompts fixed the vocabulary problem, but a short hand-typed list missed most of a cluttered scene.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73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487168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2F8A5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48716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971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DINO + BLIP captions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3520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Scene-specific vocabulary auto-expanded by an image caption, plus label-cleanup and box de-duplication fixes.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17 candidate detections confidently identified with clean, single-concept labels (94%) — no repeated or merged strings — up from a broken v1 and an incomplete v2.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II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Objects, Named and Located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06440" cy="3246120"/>
          </a:xfrm>
          <a:prstGeom prst="roundRect">
            <a:avLst>
              <a:gd name="adj" fmla="val 1690"/>
            </a:avLst>
          </a:prstGeom>
          <a:solidFill>
            <a:srgbClr val="273069"/>
          </a:solidFill>
          <a:ln/>
        </p:spPr>
      </p:sp>
      <p:pic>
        <p:nvPicPr>
          <p:cNvPr id="5" name="Image 0" descr="imgs/ex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532120" cy="2496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18795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open-vocabulary detections fused with UniDepth's dense metric depth map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37960" y="15087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−0.76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37960" y="2286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0" y="150876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14400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ID rate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17 candidates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3108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objects are furniture. Farthest are structural.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520440"/>
          <a:ext cx="4983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18872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9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537960" y="53492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16 identified objects, sorted by depth rank (1 = nearest)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892040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5010912"/>
            <a:ext cx="5440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wall-mounted object near the chalkboard remained unresolved (ambiguous match between “lamp”, “light switch”, “notice board”) — reported openly rather than guessed.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This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depth for our own photos — every result in the extensions is self-referenced or detector-derived, not error against an external truth.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3225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 was run on a single classroom photograph; trends are demonstrated, not yet proven to generalize.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809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 used one random draw per severity — not enough to rule out sampling variance as the cause of the non-monotonic anomaly.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6393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detector can only report labels in its (expandable) vocabulary; one of seventeen candidate objects remained genuinely unresolved.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97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informal observation is disclosed rather than omitted: different Colab runtimes silently loaded different backbones (CPU → ViT-S, GPU → ViT-L), producing visibly different absolute depth scales on the same photo. This was not formally quantified here — a controlled cross-backbone study is flagged as future work.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limitations directly — rather than leaving them implicit — is itself part of a defensible reproduction methodology.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Confirmed. Two Extensions Delivered.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27306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UniDepth's central claim — joint metric depth + self-calibration from one uncalibrated image — verified qualitatively on 2 new photos and quantitatively against the paper's own published benchmarks (−40.4% RMSE on NYU-v2, −22.6% on KITTI).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273069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7373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737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 sharp, non-gradual scale collapse under moderate low light (Agree@5% 99.6% → 0.02%), and flagged a noise-severity anomaly for further study.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273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7373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37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II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242316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open-vocabulary detector → depth fusion pipeline; 16 objects (94% confident-ID rate) with statistically significant spatial consistency (ρ = −0.76, p = 0.0006).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numbers, no ground truth invented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traces to either the published paper or a run we can reproduce. Future work: multi-seed noise trials, additional test scenes, resolving the one unlabeled object, and a controlled cross-backbone scale-drift study.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UniDepth Reproduction &amp; Extension  |  Mobile Robotics Systems, Group 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Mudassir Shakeel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Mechatronics Engineering, UET Lahore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2026-07-23T11:01:12Z</dcterms:created>
  <dcterms:modified xsi:type="dcterms:W3CDTF">2026-07-23T11:01:12Z</dcterms:modified>
</cp:coreProperties>
</file>